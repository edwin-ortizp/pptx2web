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del orador 1</a:t>
            </a:r>
          </a:p>
          <a:p>
            <a:r>
              <a:t>Segunda línea &amp; &lt;especial&gt;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 del orador 3</a:t>
            </a:r>
          </a:p>
          <a:p>
            <a:r>
              <a:t>Segunda línea &amp; &lt;especial&gt;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[quiz]</a:t>
            </a:r>
          </a:p>
          <a:p>
            <a:r>
              <a:t>¿Cuál es la 4a revolución industrial?</a:t>
            </a:r>
          </a:p>
          <a:p>
            <a:r>
              <a:t>- Mecanización</a:t>
            </a:r>
          </a:p>
          <a:p>
            <a:r>
              <a:t>+ Digitalización</a:t>
            </a:r>
          </a:p>
          <a:p>
            <a:r>
              <a:t>- Electricidad</a:t>
            </a:r>
          </a:p>
          <a:p>
            <a:r>
              <a:t>ok: ¡Correcto!</a:t>
            </a:r>
          </a:p>
          <a:p>
            <a:r>
              <a:t>no: Revisa la lámina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video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xample.com/pagin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1 con texto buscable único-1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2 con texto buscable único-2</a:t>
            </a:r>
          </a:p>
          <a:p>
            <a:r>
              <a:rPr>
                <a:hlinkClick r:id="rId2"/>
              </a:rPr>
              <a:t>Ver video</a:t>
            </a:r>
          </a:p>
        </p:txBody>
      </p:sp>
    </p:spTree>
  </p:cSld>
  <p:clrMapOvr>
    <a:masterClrMapping/>
  </p:clrMapOvr>
  <p:transition p:dur="700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3 con texto buscable único-3</a:t>
            </a:r>
          </a:p>
        </p:txBody>
      </p:sp>
      <p:sp>
        <p:nvSpPr>
          <p:cNvPr id="4" name="TextBox 3">
            <a:hlinkClick r:id="rId3"/>
          </p:cNvPr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Botón externo</a:t>
            </a:r>
          </a:p>
        </p:txBody>
      </p:sp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4 con texto buscable único-4</a:t>
            </a:r>
          </a:p>
        </p:txBody>
      </p:sp>
      <p:sp>
        <p:nvSpPr>
          <p:cNvPr id="4" name="TextBox 3">
            <a:hlinkClick action="ppaction://hlinksldjump" r:id="rId2"/>
          </p:cNvPr>
          <p:cNvSpPr txBox="1"/>
          <p:nvPr/>
        </p:nvSpPr>
        <p:spPr>
          <a:xfrm>
            <a:off x="9144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Volver al inicio</a:t>
            </a:r>
          </a:p>
        </p:txBody>
      </p: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5 con texto buscable único-5</a:t>
            </a:r>
          </a:p>
        </p:txBody>
      </p:sp>
    </p:spTree>
  </p:cSld>
  <p:clrMapOvr>
    <a:masterClrMapping/>
  </p:clrMapOvr>
  <p:transition>
    <p:split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Título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Contenido del slide 6 con texto buscable único-6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Deck de prueba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